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</p:sldIdLst>
  <p:sldSz cx="12192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slide1.xml><?xml version="1.0" encoding="utf-8"?>
<p:sld xmlns:p="http://schemas.openxmlformats.org/presentationml/2006/main" xmlns:a="http://schemas.openxmlformats.org/drawingml/2006/main">
  <p:cSld name="Slide 1"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914400" y="914400"/>
            <a:ext cx="10058400" cy="1828800"/>
          </a:xfrm>
          <a:prstGeom prst="rect">
            <a:avLst/>
          </a:prstGeom>
          <a:noFill/>
        </p:spPr>
        <p:txBody>
          <a:bodyPr/>
          <a:lstStyle/>
          <a:p>
            <a:r>
              <a:rPr sz="3600" b="1">
                <a:solidFill>
                  <a:srgbClr val="185A8D"/>
                </a:solidFill>
              </a:rPr>
              <a:t>Craft presentation fixture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 name="Slide 2"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914400" y="914400"/>
            <a:ext cx="10058400" cy="1828800"/>
          </a:xfrm>
          <a:prstGeom prst="rect">
            <a:avLst/>
          </a:prstGeom>
          <a:noFill/>
        </p:spPr>
        <p:txBody>
          <a:bodyPr/>
          <a:lstStyle/>
          <a:p>
            <a:r>
              <a:rPr sz="3600" b="1">
                <a:solidFill>
                  <a:srgbClr val="185A8D"/>
                </a:solidFill>
              </a:rPr>
              <a:t>Craft second slide</a:t>
            </a:r>
          </a:p>
        </p:txBody>
      </p:sp>
    </p:spTree>
  </p:cSld>
</p:sld>
</file>